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Artificial Intelligence simulates human intelligence in machines. Examples include ChatGPT, Siri, and self-driving cars.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Narrow AI, General AI, and Super AI. Most modern systems are Narrow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subset of AI where systems learn patterns from data without explicit programming.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neural networks with multiple layers for image, speech, and text processing.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Healthcare, Finance, Education, Transportation, and Cybersecurity.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Automation, accuracy, efficiency, and faster decision-making.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Bias, privacy concerns, high cost, and job displacement.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Inspired by the human brain and composed of interconnected neurons.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cities, autonomous vehicles, and personalized education.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transforming industries and creating new opportunities worldwide.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